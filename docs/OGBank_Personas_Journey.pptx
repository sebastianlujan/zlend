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80160"/>
            <a:ext cx="1097280" cy="54864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&amp; Journey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first. Then Alex. The order matters.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12131A"/>
          </a:solidFill>
          <a:ln w="12700">
            <a:solidFill>
              <a:srgbClr val="E841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08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1: LAUNCH → Morgan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931920" y="310896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12131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3108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2: GROWTH → Alex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OGBank Personas &amp; Journey  |  1/7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GROWTH STRATEGY ]</a:t>
            </a:r>
            <a:endParaRPr lang="en-US" sz="10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Morgan First — The Data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290K ZEC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wrapped on other chains. Proven cross-chain demand.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0" y="128016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ZEC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5176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Avalanche today. Greenfield opportunity.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5.1M ZEC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shielded pools (~$255M). Large addressable market.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49440" y="128016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400-1K/day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4088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Shielded transactions. Active, engaged users.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8412480" cy="320040"/>
          </a:xfrm>
          <a:prstGeom prst="rect">
            <a:avLst/>
          </a:prstGeom>
          <a:solidFill>
            <a:srgbClr val="1A1B2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0" y="2880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Morgan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8412480" cy="256032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46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has ZEC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32461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(shielded pool)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32461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Maybe (needs to buy)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35021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to borrow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0" y="35021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steps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35021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steps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758184"/>
            <a:ext cx="8412480" cy="256032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7581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find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74720" y="37581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ZCash Discord/forums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375818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Twitter, SEO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0142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cost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74720" y="40142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(concentrated)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40142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(diffuse)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4270248"/>
            <a:ext cx="8412480" cy="256032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2702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tech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74720" y="42702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(reads circuits)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17920" y="42702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(trusts marketing)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4526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risk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74720" y="4526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(no alternative)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0" y="45262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(any friction)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OGBank Personas &amp; Journey  |  2/7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LAUNCH PERSONA ]</a:t>
            </a:r>
            <a:endParaRPr lang="en-US" sz="10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— The ZCash Native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12131A"/>
          </a:solidFill>
          <a:ln w="12700">
            <a:solidFill>
              <a:srgbClr val="E8414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63040"/>
            <a:ext cx="640080" cy="64008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25-45  •  ZCash Native  •  High tech skill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Deeply crypto-native, uses Ywallet/Zingo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is a core belief, not a preference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holdings in ZEC (shielded pool)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ZIP proposals, reviews circuits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Frustrated ZEC can't participate in DeFi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114800" cy="2743200"/>
          </a:xfrm>
          <a:prstGeom prst="roundRect">
            <a:avLst>
              <a:gd name="adj" fmla="val 2667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 TO BE DONE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783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2011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ZEC as collateral on Avalanche to access DeFi — without breaking privacy.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2468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Emotional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2697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escrow and proof system myself. Trust math and code, not marketing.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31546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3383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a protocol to ZCash community that's technically sound and honest.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16052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1A1B2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Morgan needs:  Technical transparency  •  Honest trust model  •  ZCash-native integration  •  Community alignment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OGBank Personas &amp; Journey  |  3/7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FORCES ]</a:t>
            </a:r>
            <a:endParaRPr lang="en-US" sz="10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Morgan's Forces of Progress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DRIVING ADOPTION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73736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12131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(pain with current)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ZEC locked out of all DeFi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Watching ETH holders earn yield while ZEC sits idle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breaks when bridging to any other chain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wrapped ZEC on other chains (privacy sacrifice)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329184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12131A"/>
          </a:solidFill>
          <a:ln w="12700">
            <a:solidFill>
              <a:srgbClr val="058A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37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(attraction to OGBank)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"My ZEC works in Avalanche DeFi"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"Ultrahonk is Aztec's tech — I trust the crypto"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can verify the Noir circuits myself"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"On-chain proof of obligation creates accountability"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RESISTING ADOPTION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12131A"/>
          </a:solidFill>
          <a:ln w="12700">
            <a:solidFill>
              <a:srgbClr val="E841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783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ANXIETY (fear of new)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"Protocol holds my spending key — custodial risk"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Ultrahonk actually secure?"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if the relayer gets compromised?"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329184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12131A"/>
          </a:solidFill>
          <a:ln w="12700">
            <a:solidFill>
              <a:srgbClr val="F4B7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337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B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HABIT (comfort with old)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"My ZEC is safe in shielded pool. Why risk it?"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"I've survived without DeFi this long"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 new protocol is a potential honeypot"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OGBank Personas &amp; Journey  |  4/7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JOURNEY ]</a:t>
            </a:r>
            <a:endParaRPr lang="en-US" sz="10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Morgan's User Journey — 6 Stages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1234440"/>
            <a:ext cx="2697480" cy="1600200"/>
          </a:xfrm>
          <a:prstGeom prst="roundRect">
            <a:avLst>
              <a:gd name="adj" fmla="val 3429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07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Awareness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05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"Finally — someone building private lending for ZCash."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ZCash forums, Discord, Zcon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46120" y="1234440"/>
            <a:ext cx="2697480" cy="1600200"/>
          </a:xfrm>
          <a:prstGeom prst="roundRect">
            <a:avLst>
              <a:gd name="adj" fmla="val 3429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307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Due Diligence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600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05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"Let me verify the math and the trust model."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30-60 min reviewing code + docs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1234440"/>
            <a:ext cx="2697480" cy="1600200"/>
          </a:xfrm>
          <a:prstGeom prst="roundRect">
            <a:avLst>
              <a:gd name="adj" fmla="val 3429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307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Onboarding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1600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05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"I'll try it with a small amount first."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6364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wallet → deposit ZEC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2697480" cy="1600200"/>
          </a:xfrm>
          <a:prstGeom prst="roundRect">
            <a:avLst>
              <a:gd name="adj" fmla="val 3429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906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First Borrow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05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"Let me see what the proof actually asserts."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931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proof → borrow USDC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46120" y="3017520"/>
            <a:ext cx="2697480" cy="1600200"/>
          </a:xfrm>
          <a:prstGeom prst="roundRect">
            <a:avLst>
              <a:gd name="adj" fmla="val 3429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0906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Active Use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05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"Monitor my position. Check the oracle."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3931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+ independent verification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3017520"/>
            <a:ext cx="2697480" cy="1600200"/>
          </a:xfrm>
          <a:prstGeom prst="roundRect">
            <a:avLst>
              <a:gd name="adj" fmla="val 3429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0906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Repay &amp; Claim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05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"Loan done. Verify ZEC return independently."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63640" y="3931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Repay USDC → claim ZEC back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OGBank Personas &amp; Journey  |  5/7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PHASE 2 — DEFERRED ]</a:t>
            </a:r>
            <a:endParaRPr lang="en-US" sz="1000" dirty="0"/>
          </a:p>
          <a:p>
            <a:pPr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— The Private Holder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investment is gated on Phase 1 success.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148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28-40  •  Crypto-curious  •  Low tech skill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UX — no jargon, no ZK terminology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signals — "built on Aave V3", audit reports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— 30-second video, not whitepaper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net — clear liquidation alerts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proof — "used by ZCash community"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645920"/>
            <a:ext cx="4114800" cy="2286000"/>
          </a:xfrm>
          <a:prstGeom prst="roundRect">
            <a:avLst>
              <a:gd name="adj" fmla="val 3200"/>
            </a:avLst>
          </a:prstGeom>
          <a:solidFill>
            <a:srgbClr val="12131A"/>
          </a:solidFill>
          <a:ln w="12700">
            <a:solidFill>
              <a:srgbClr val="F4B7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 GATE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before investing in Alex-targeted UX: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24231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deposits from ZCash-native users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collateral loss events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security audit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ZCash community sentiment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114800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1A1B2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unlocks Phase 2: "Used by the ZCash community" is the trust signal Alex needs. You can't manufacture it.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OGBank Personas &amp; Journey  |  6/7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DESIGN RULES ]</a:t>
            </a:r>
            <a:endParaRPr lang="en-US" sz="10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Decisions by Phase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12131A"/>
          </a:solidFill>
          <a:ln w="19050">
            <a:solidFill>
              <a:srgbClr val="E841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— Morgan First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correctness over UX polish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everything — trust model, circuits, trade-offs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can be functional but spartan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in: security, open-source, community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Success: First 100 deposits from ZCash natives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12131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 — Alex Expansion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92024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UX simplification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onboarding flows, tooltips, progress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educational content (video, infographics)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 landing page for non-technical users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Success: 1,000+ users, organic traffic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20624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1A1B2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B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Cross-phase rule: Helps Morgan but confuses Alex → ship now. Helps Alex but Morgan hasn't validated → defer.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OGBank Personas &amp; Journey  |  7/7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OGBank — Personas &amp; Journey</dc:title>
  <dc:subject>PptxGenJS Presentation</dc:subject>
  <dc:creator>OGBank Team</dc:creator>
  <cp:lastModifiedBy>OGBank Team</cp:lastModifiedBy>
  <cp:revision>1</cp:revision>
  <dcterms:created xsi:type="dcterms:W3CDTF">2026-02-23T05:42:07Z</dcterms:created>
  <dcterms:modified xsi:type="dcterms:W3CDTF">2026-02-23T05:42:07Z</dcterms:modified>
</cp:coreProperties>
</file>